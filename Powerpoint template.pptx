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43891200" cy="32918400"/>
  <p:notesSz cx="7010400" cy="9236075"/>
  <p:defaultTextStyle>
    <a:defPPr>
      <a:defRPr lang="en-US"/>
    </a:defPPr>
    <a:lvl1pPr marL="0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1pPr>
    <a:lvl2pPr marL="2402136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2pPr>
    <a:lvl3pPr marL="4804277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3pPr>
    <a:lvl4pPr marL="7206427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4pPr>
    <a:lvl5pPr marL="9608563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5pPr>
    <a:lvl6pPr marL="12010694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6pPr>
    <a:lvl7pPr marL="14412840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7pPr>
    <a:lvl8pPr marL="16814976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8pPr>
    <a:lvl9pPr marL="19217122" algn="l" defTabSz="4804277" rtl="0" eaLnBrk="1" latinLnBrk="0" hangingPunct="1">
      <a:defRPr sz="94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78" userDrawn="1">
          <p15:clr>
            <a:srgbClr val="A4A3A4"/>
          </p15:clr>
        </p15:guide>
        <p15:guide id="2" pos="22666" userDrawn="1">
          <p15:clr>
            <a:srgbClr val="A4A3A4"/>
          </p15:clr>
        </p15:guide>
        <p15:guide id="3" orient="horz" pos="13320" userDrawn="1">
          <p15:clr>
            <a:srgbClr val="A4A3A4"/>
          </p15:clr>
        </p15:guide>
        <p15:guide id="4" pos="2135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8709E8-70DB-3CDE-3B88-744B8E37896A}" name="Kaplan, Sofia" initials="KS" userId="S::skapl17@ur.rochester.edu::b29cf35a-5060-4b08-ab6d-6eab639d65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FFFF"/>
    <a:srgbClr val="00FF00"/>
    <a:srgbClr val="F7C9A6"/>
    <a:srgbClr val="D6DDC7"/>
    <a:srgbClr val="F4DECB"/>
    <a:srgbClr val="D8A3A1"/>
    <a:srgbClr val="C9D3DD"/>
    <a:srgbClr val="CAD9EB"/>
    <a:srgbClr val="D7E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3572" autoAdjust="0"/>
  </p:normalViewPr>
  <p:slideViewPr>
    <p:cSldViewPr snapToGrid="0" showGuides="1">
      <p:cViewPr>
        <p:scale>
          <a:sx n="27" d="100"/>
          <a:sy n="27" d="100"/>
        </p:scale>
        <p:origin x="2208" y="608"/>
      </p:cViewPr>
      <p:guideLst>
        <p:guide orient="horz" pos="4478"/>
        <p:guide pos="22666"/>
        <p:guide orient="horz" pos="13320"/>
        <p:guide pos="213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4F5BD-CBDA-429D-8060-91A817BAA5C3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45000"/>
            <a:ext cx="560705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28F0B-6C76-4FCC-9D84-BDCA97DE8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3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28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56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79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07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35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63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86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14" algn="l" defTabSz="91425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28F0B-6C76-4FCC-9D84-BDCA97DE8E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12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58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16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74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233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291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349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408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466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7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9"/>
            <a:ext cx="37307520" cy="7200898"/>
          </a:xfrm>
        </p:spPr>
        <p:txBody>
          <a:bodyPr anchor="b"/>
          <a:lstStyle>
            <a:lvl1pPr marL="0" indent="0">
              <a:buNone/>
              <a:defRPr sz="9000">
                <a:solidFill>
                  <a:schemeClr val="tx1">
                    <a:tint val="75000"/>
                  </a:schemeClr>
                </a:solidFill>
              </a:defRPr>
            </a:lvl1pPr>
            <a:lvl2pPr marL="2058302" indent="0">
              <a:buNone/>
              <a:defRPr sz="8141">
                <a:solidFill>
                  <a:schemeClr val="tx1">
                    <a:tint val="75000"/>
                  </a:schemeClr>
                </a:solidFill>
              </a:defRPr>
            </a:lvl2pPr>
            <a:lvl3pPr marL="4116629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6174946" indent="0">
              <a:buNone/>
              <a:defRPr sz="6341">
                <a:solidFill>
                  <a:schemeClr val="tx1">
                    <a:tint val="75000"/>
                  </a:schemeClr>
                </a:solidFill>
              </a:defRPr>
            </a:lvl4pPr>
            <a:lvl5pPr marL="8233258" indent="0">
              <a:buNone/>
              <a:defRPr sz="6341">
                <a:solidFill>
                  <a:schemeClr val="tx1">
                    <a:tint val="75000"/>
                  </a:schemeClr>
                </a:solidFill>
              </a:defRPr>
            </a:lvl5pPr>
            <a:lvl6pPr marL="10291565" indent="0">
              <a:buNone/>
              <a:defRPr sz="6341">
                <a:solidFill>
                  <a:schemeClr val="tx1">
                    <a:tint val="75000"/>
                  </a:schemeClr>
                </a:solidFill>
              </a:defRPr>
            </a:lvl6pPr>
            <a:lvl7pPr marL="12349886" indent="0">
              <a:buNone/>
              <a:defRPr sz="6341">
                <a:solidFill>
                  <a:schemeClr val="tx1">
                    <a:tint val="75000"/>
                  </a:schemeClr>
                </a:solidFill>
              </a:defRPr>
            </a:lvl7pPr>
            <a:lvl8pPr marL="14408194" indent="0">
              <a:buNone/>
              <a:defRPr sz="6341">
                <a:solidFill>
                  <a:schemeClr val="tx1">
                    <a:tint val="75000"/>
                  </a:schemeClr>
                </a:solidFill>
              </a:defRPr>
            </a:lvl8pPr>
            <a:lvl9pPr marL="16466520" indent="0">
              <a:buNone/>
              <a:defRPr sz="63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0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91062" y="36865560"/>
            <a:ext cx="110238538" cy="104279702"/>
          </a:xfrm>
        </p:spPr>
        <p:txBody>
          <a:bodyPr/>
          <a:lstStyle>
            <a:lvl1pPr>
              <a:defRPr sz="12595"/>
            </a:lvl1pPr>
            <a:lvl2pPr>
              <a:defRPr sz="10795"/>
            </a:lvl2pPr>
            <a:lvl3pPr>
              <a:defRPr sz="9000"/>
            </a:lvl3pPr>
            <a:lvl4pPr>
              <a:defRPr sz="8141"/>
            </a:lvl4pPr>
            <a:lvl5pPr>
              <a:defRPr sz="8141"/>
            </a:lvl5pPr>
            <a:lvl6pPr>
              <a:defRPr sz="8141"/>
            </a:lvl6pPr>
            <a:lvl7pPr>
              <a:defRPr sz="8141"/>
            </a:lvl7pPr>
            <a:lvl8pPr>
              <a:defRPr sz="8141"/>
            </a:lvl8pPr>
            <a:lvl9pPr>
              <a:defRPr sz="81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261161" y="36865560"/>
            <a:ext cx="110238542" cy="104279702"/>
          </a:xfrm>
        </p:spPr>
        <p:txBody>
          <a:bodyPr/>
          <a:lstStyle>
            <a:lvl1pPr>
              <a:defRPr sz="12595"/>
            </a:lvl1pPr>
            <a:lvl2pPr>
              <a:defRPr sz="10795"/>
            </a:lvl2pPr>
            <a:lvl3pPr>
              <a:defRPr sz="9000"/>
            </a:lvl3pPr>
            <a:lvl4pPr>
              <a:defRPr sz="8141"/>
            </a:lvl4pPr>
            <a:lvl5pPr>
              <a:defRPr sz="8141"/>
            </a:lvl5pPr>
            <a:lvl6pPr>
              <a:defRPr sz="8141"/>
            </a:lvl6pPr>
            <a:lvl7pPr>
              <a:defRPr sz="8141"/>
            </a:lvl7pPr>
            <a:lvl8pPr>
              <a:defRPr sz="8141"/>
            </a:lvl8pPr>
            <a:lvl9pPr>
              <a:defRPr sz="81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0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0795" b="1"/>
            </a:lvl1pPr>
            <a:lvl2pPr marL="2058302" indent="0">
              <a:buNone/>
              <a:defRPr sz="9000" b="1"/>
            </a:lvl2pPr>
            <a:lvl3pPr marL="4116629" indent="0">
              <a:buNone/>
              <a:defRPr sz="8141" b="1"/>
            </a:lvl3pPr>
            <a:lvl4pPr marL="6174946" indent="0">
              <a:buNone/>
              <a:defRPr sz="7200" b="1"/>
            </a:lvl4pPr>
            <a:lvl5pPr marL="8233258" indent="0">
              <a:buNone/>
              <a:defRPr sz="7200" b="1"/>
            </a:lvl5pPr>
            <a:lvl6pPr marL="10291565" indent="0">
              <a:buNone/>
              <a:defRPr sz="7200" b="1"/>
            </a:lvl6pPr>
            <a:lvl7pPr marL="12349886" indent="0">
              <a:buNone/>
              <a:defRPr sz="7200" b="1"/>
            </a:lvl7pPr>
            <a:lvl8pPr marL="14408194" indent="0">
              <a:buNone/>
              <a:defRPr sz="7200" b="1"/>
            </a:lvl8pPr>
            <a:lvl9pPr marL="16466520" indent="0">
              <a:buNone/>
              <a:defRPr sz="7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0795"/>
            </a:lvl1pPr>
            <a:lvl2pPr>
              <a:defRPr sz="9000"/>
            </a:lvl2pPr>
            <a:lvl3pPr>
              <a:defRPr sz="8141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7" y="7368542"/>
            <a:ext cx="19400520" cy="3070858"/>
          </a:xfrm>
        </p:spPr>
        <p:txBody>
          <a:bodyPr anchor="b"/>
          <a:lstStyle>
            <a:lvl1pPr marL="0" indent="0">
              <a:buNone/>
              <a:defRPr sz="10795" b="1"/>
            </a:lvl1pPr>
            <a:lvl2pPr marL="2058302" indent="0">
              <a:buNone/>
              <a:defRPr sz="9000" b="1"/>
            </a:lvl2pPr>
            <a:lvl3pPr marL="4116629" indent="0">
              <a:buNone/>
              <a:defRPr sz="8141" b="1"/>
            </a:lvl3pPr>
            <a:lvl4pPr marL="6174946" indent="0">
              <a:buNone/>
              <a:defRPr sz="7200" b="1"/>
            </a:lvl4pPr>
            <a:lvl5pPr marL="8233258" indent="0">
              <a:buNone/>
              <a:defRPr sz="7200" b="1"/>
            </a:lvl5pPr>
            <a:lvl6pPr marL="10291565" indent="0">
              <a:buNone/>
              <a:defRPr sz="7200" b="1"/>
            </a:lvl6pPr>
            <a:lvl7pPr marL="12349886" indent="0">
              <a:buNone/>
              <a:defRPr sz="7200" b="1"/>
            </a:lvl7pPr>
            <a:lvl8pPr marL="14408194" indent="0">
              <a:buNone/>
              <a:defRPr sz="7200" b="1"/>
            </a:lvl8pPr>
            <a:lvl9pPr marL="16466520" indent="0">
              <a:buNone/>
              <a:defRPr sz="7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7" y="10439400"/>
            <a:ext cx="19400520" cy="18966182"/>
          </a:xfrm>
        </p:spPr>
        <p:txBody>
          <a:bodyPr/>
          <a:lstStyle>
            <a:lvl1pPr>
              <a:defRPr sz="10795"/>
            </a:lvl1pPr>
            <a:lvl2pPr>
              <a:defRPr sz="9000"/>
            </a:lvl2pPr>
            <a:lvl3pPr>
              <a:defRPr sz="8141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9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7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5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601" y="1310640"/>
            <a:ext cx="14439902" cy="5577840"/>
          </a:xfrm>
        </p:spPr>
        <p:txBody>
          <a:bodyPr anchor="b"/>
          <a:lstStyle>
            <a:lvl1pPr algn="l">
              <a:defRPr sz="9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7"/>
            <a:ext cx="24536400" cy="28094942"/>
          </a:xfrm>
        </p:spPr>
        <p:txBody>
          <a:bodyPr/>
          <a:lstStyle>
            <a:lvl1pPr>
              <a:defRPr sz="14395"/>
            </a:lvl1pPr>
            <a:lvl2pPr>
              <a:defRPr sz="12595"/>
            </a:lvl2pPr>
            <a:lvl3pPr>
              <a:defRPr sz="10795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601" y="6888487"/>
            <a:ext cx="14439902" cy="22517102"/>
          </a:xfrm>
        </p:spPr>
        <p:txBody>
          <a:bodyPr/>
          <a:lstStyle>
            <a:lvl1pPr marL="0" indent="0">
              <a:buNone/>
              <a:defRPr sz="6341"/>
            </a:lvl1pPr>
            <a:lvl2pPr marL="2058302" indent="0">
              <a:buNone/>
              <a:defRPr sz="5400"/>
            </a:lvl2pPr>
            <a:lvl3pPr marL="4116629" indent="0">
              <a:buNone/>
              <a:defRPr sz="4541"/>
            </a:lvl3pPr>
            <a:lvl4pPr marL="6174946" indent="0">
              <a:buNone/>
              <a:defRPr sz="4027"/>
            </a:lvl4pPr>
            <a:lvl5pPr marL="8233258" indent="0">
              <a:buNone/>
              <a:defRPr sz="4027"/>
            </a:lvl5pPr>
            <a:lvl6pPr marL="10291565" indent="0">
              <a:buNone/>
              <a:defRPr sz="4027"/>
            </a:lvl6pPr>
            <a:lvl7pPr marL="12349886" indent="0">
              <a:buNone/>
              <a:defRPr sz="4027"/>
            </a:lvl7pPr>
            <a:lvl8pPr marL="14408194" indent="0">
              <a:buNone/>
              <a:defRPr sz="4027"/>
            </a:lvl8pPr>
            <a:lvl9pPr marL="16466520" indent="0">
              <a:buNone/>
              <a:defRPr sz="40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4395"/>
            </a:lvl1pPr>
            <a:lvl2pPr marL="2058302" indent="0">
              <a:buNone/>
              <a:defRPr sz="12595"/>
            </a:lvl2pPr>
            <a:lvl3pPr marL="4116629" indent="0">
              <a:buNone/>
              <a:defRPr sz="10795"/>
            </a:lvl3pPr>
            <a:lvl4pPr marL="6174946" indent="0">
              <a:buNone/>
              <a:defRPr sz="9000"/>
            </a:lvl4pPr>
            <a:lvl5pPr marL="8233258" indent="0">
              <a:buNone/>
              <a:defRPr sz="9000"/>
            </a:lvl5pPr>
            <a:lvl6pPr marL="10291565" indent="0">
              <a:buNone/>
              <a:defRPr sz="9000"/>
            </a:lvl6pPr>
            <a:lvl7pPr marL="12349886" indent="0">
              <a:buNone/>
              <a:defRPr sz="9000"/>
            </a:lvl7pPr>
            <a:lvl8pPr marL="14408194" indent="0">
              <a:buNone/>
              <a:defRPr sz="9000"/>
            </a:lvl8pPr>
            <a:lvl9pPr marL="16466520" indent="0">
              <a:buNone/>
              <a:defRPr sz="9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341"/>
            </a:lvl1pPr>
            <a:lvl2pPr marL="2058302" indent="0">
              <a:buNone/>
              <a:defRPr sz="5400"/>
            </a:lvl2pPr>
            <a:lvl3pPr marL="4116629" indent="0">
              <a:buNone/>
              <a:defRPr sz="4541"/>
            </a:lvl3pPr>
            <a:lvl4pPr marL="6174946" indent="0">
              <a:buNone/>
              <a:defRPr sz="4027"/>
            </a:lvl4pPr>
            <a:lvl5pPr marL="8233258" indent="0">
              <a:buNone/>
              <a:defRPr sz="4027"/>
            </a:lvl5pPr>
            <a:lvl6pPr marL="10291565" indent="0">
              <a:buNone/>
              <a:defRPr sz="4027"/>
            </a:lvl6pPr>
            <a:lvl7pPr marL="12349886" indent="0">
              <a:buNone/>
              <a:defRPr sz="4027"/>
            </a:lvl7pPr>
            <a:lvl8pPr marL="14408194" indent="0">
              <a:buNone/>
              <a:defRPr sz="4027"/>
            </a:lvl8pPr>
            <a:lvl9pPr marL="16466520" indent="0">
              <a:buNone/>
              <a:defRPr sz="40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7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8201320" y="6324600"/>
            <a:ext cx="55298342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1103" y="6324600"/>
            <a:ext cx="165178738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0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80378" tIns="240192" rIns="480378" bIns="24019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7"/>
            <a:ext cx="39502080" cy="21724622"/>
          </a:xfrm>
          <a:prstGeom prst="rect">
            <a:avLst/>
          </a:prstGeom>
        </p:spPr>
        <p:txBody>
          <a:bodyPr vert="horz" lIns="480378" tIns="240192" rIns="480378" bIns="2401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80378" tIns="240192" rIns="480378" bIns="240192" rtlCol="0" anchor="ctr"/>
          <a:lstStyle>
            <a:lvl1pPr algn="l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8BF59-BEE0-4625-890E-BCB2ABC2F5D1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80378" tIns="240192" rIns="480378" bIns="240192" rtlCol="0" anchor="ctr"/>
          <a:lstStyle>
            <a:lvl1pPr algn="ctr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80378" tIns="240192" rIns="480378" bIns="240192" rtlCol="0" anchor="ctr"/>
          <a:lstStyle>
            <a:lvl1pPr algn="r">
              <a:defRPr sz="5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670B5-9728-40EC-838D-1889329C5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116629" rtl="0" eaLnBrk="1" latinLnBrk="0" hangingPunct="1">
        <a:spcBef>
          <a:spcPct val="0"/>
        </a:spcBef>
        <a:buNone/>
        <a:defRPr sz="19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738" indent="-1543738" algn="l" defTabSz="411662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395" kern="1200">
          <a:solidFill>
            <a:schemeClr val="tx1"/>
          </a:solidFill>
          <a:latin typeface="+mn-lt"/>
          <a:ea typeface="+mn-ea"/>
          <a:cs typeface="+mn-cs"/>
        </a:defRPr>
      </a:lvl1pPr>
      <a:lvl2pPr marL="3344760" indent="-1286453" algn="l" defTabSz="4116629" rtl="0" eaLnBrk="1" latinLnBrk="0" hangingPunct="1">
        <a:spcBef>
          <a:spcPct val="20000"/>
        </a:spcBef>
        <a:buFont typeface="Arial" panose="020B0604020202020204" pitchFamily="34" charset="0"/>
        <a:buChar char="–"/>
        <a:defRPr sz="12595" kern="1200">
          <a:solidFill>
            <a:schemeClr val="tx1"/>
          </a:solidFill>
          <a:latin typeface="+mn-lt"/>
          <a:ea typeface="+mn-ea"/>
          <a:cs typeface="+mn-cs"/>
        </a:defRPr>
      </a:lvl2pPr>
      <a:lvl3pPr marL="5145778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•"/>
        <a:defRPr sz="10795" kern="1200">
          <a:solidFill>
            <a:schemeClr val="tx1"/>
          </a:solidFill>
          <a:latin typeface="+mn-lt"/>
          <a:ea typeface="+mn-ea"/>
          <a:cs typeface="+mn-cs"/>
        </a:defRPr>
      </a:lvl3pPr>
      <a:lvl4pPr marL="7204109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4pPr>
      <a:lvl5pPr marL="9262411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»"/>
        <a:defRPr sz="9000" kern="1200">
          <a:solidFill>
            <a:schemeClr val="tx1"/>
          </a:solidFill>
          <a:latin typeface="+mn-lt"/>
          <a:ea typeface="+mn-ea"/>
          <a:cs typeface="+mn-cs"/>
        </a:defRPr>
      </a:lvl5pPr>
      <a:lvl6pPr marL="11320742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6pPr>
      <a:lvl7pPr marL="13379040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7pPr>
      <a:lvl8pPr marL="15437371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8pPr>
      <a:lvl9pPr marL="17495669" indent="-1029149" algn="l" defTabSz="4116629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1pPr>
      <a:lvl2pPr marL="2058302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2pPr>
      <a:lvl3pPr marL="4116629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3pPr>
      <a:lvl4pPr marL="6174946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4pPr>
      <a:lvl5pPr marL="8233258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5pPr>
      <a:lvl6pPr marL="10291565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6pPr>
      <a:lvl7pPr marL="12349886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7pPr>
      <a:lvl8pPr marL="14408194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8pPr>
      <a:lvl9pPr marL="16466520" algn="l" defTabSz="4116629" rtl="0" eaLnBrk="1" latinLnBrk="0" hangingPunct="1">
        <a:defRPr sz="8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Box 504">
            <a:extLst>
              <a:ext uri="{FF2B5EF4-FFF2-40B4-BE49-F238E27FC236}">
                <a16:creationId xmlns:a16="http://schemas.microsoft.com/office/drawing/2014/main" id="{8E45AB6C-8025-EC88-B6E9-035F633C3812}"/>
              </a:ext>
            </a:extLst>
          </p:cNvPr>
          <p:cNvSpPr txBox="1"/>
          <p:nvPr/>
        </p:nvSpPr>
        <p:spPr>
          <a:xfrm>
            <a:off x="16034273" y="31113845"/>
            <a:ext cx="11799144" cy="396712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978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5F7A1F-99D8-B248-C3C1-96B32CA40ACC}"/>
              </a:ext>
            </a:extLst>
          </p:cNvPr>
          <p:cNvSpPr txBox="1"/>
          <p:nvPr/>
        </p:nvSpPr>
        <p:spPr>
          <a:xfrm>
            <a:off x="29592905" y="16803168"/>
            <a:ext cx="12432082" cy="396712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978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B87584-3FB0-20AC-AFCF-D1EB4F122E26}"/>
              </a:ext>
            </a:extLst>
          </p:cNvPr>
          <p:cNvSpPr txBox="1"/>
          <p:nvPr/>
        </p:nvSpPr>
        <p:spPr>
          <a:xfrm>
            <a:off x="7454777" y="11760259"/>
            <a:ext cx="5916667" cy="396712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978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49094" y="3596318"/>
            <a:ext cx="42454555" cy="0"/>
          </a:xfrm>
          <a:prstGeom prst="line">
            <a:avLst/>
          </a:prstGeom>
          <a:ln w="63500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97709" y="32468933"/>
            <a:ext cx="43891200" cy="0"/>
          </a:xfrm>
          <a:prstGeom prst="line">
            <a:avLst/>
          </a:prstGeom>
          <a:ln w="571500" cmpd="sng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25349" y="32285837"/>
            <a:ext cx="43891200" cy="0"/>
          </a:xfrm>
          <a:prstGeom prst="line">
            <a:avLst/>
          </a:prstGeom>
          <a:ln w="127000" cmpd="sng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-43161" y="32690930"/>
            <a:ext cx="43891200" cy="0"/>
          </a:xfrm>
          <a:prstGeom prst="line">
            <a:avLst/>
          </a:prstGeom>
          <a:ln w="127000" cmpd="sng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269"/>
            <a:ext cx="3914611" cy="35999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6589" y="284314"/>
            <a:ext cx="3914611" cy="3599971"/>
          </a:xfrm>
          <a:prstGeom prst="rect">
            <a:avLst/>
          </a:prstGeom>
        </p:spPr>
      </p:pic>
      <p:sp>
        <p:nvSpPr>
          <p:cNvPr id="94" name="Title 2"/>
          <p:cNvSpPr txBox="1">
            <a:spLocks/>
          </p:cNvSpPr>
          <p:nvPr/>
        </p:nvSpPr>
        <p:spPr>
          <a:xfrm>
            <a:off x="3914611" y="2038855"/>
            <a:ext cx="36061978" cy="1621253"/>
          </a:xfrm>
          <a:prstGeom prst="rect">
            <a:avLst/>
          </a:prstGeom>
        </p:spPr>
        <p:txBody>
          <a:bodyPr vert="horz" lIns="78331" tIns="39168" rIns="78331" bIns="39168" rtlCol="0" anchor="b">
            <a:noAutofit/>
          </a:bodyPr>
          <a:lstStyle>
            <a:lvl1pPr algn="ctr" defTabSz="914309" rtl="0" eaLnBrk="1" latinLnBrk="0" hangingPunct="1">
              <a:spcBef>
                <a:spcPct val="0"/>
              </a:spcBef>
              <a:buNone/>
              <a:defRPr sz="7200" b="0" kern="1200" cap="none" spc="0">
                <a:ln w="13970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defTabSz="783221">
              <a:defRPr/>
            </a:pPr>
            <a:r>
              <a:rPr lang="en-US" sz="8568" b="1" dirty="0">
                <a:ln w="18415" cmpd="sng">
                  <a:solidFill>
                    <a:srgbClr val="FFFFFF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Comp bio project</a:t>
            </a:r>
          </a:p>
        </p:txBody>
      </p:sp>
      <p:sp>
        <p:nvSpPr>
          <p:cNvPr id="95" name="Subtitle 1"/>
          <p:cNvSpPr txBox="1">
            <a:spLocks/>
          </p:cNvSpPr>
          <p:nvPr/>
        </p:nvSpPr>
        <p:spPr>
          <a:xfrm>
            <a:off x="4727640" y="4998326"/>
            <a:ext cx="34434614" cy="630317"/>
          </a:xfrm>
          <a:prstGeom prst="rect">
            <a:avLst/>
          </a:prstGeom>
        </p:spPr>
        <p:txBody>
          <a:bodyPr vert="horz" lIns="78331" tIns="39168" rIns="78331" bIns="39168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None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Courier New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F4680B"/>
              </a:buClr>
            </a:pPr>
            <a:r>
              <a:rPr lang="en-US" sz="3600" dirty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University of Rochester, Rochester, NY  </a:t>
            </a:r>
          </a:p>
          <a:p>
            <a:pPr defTabSz="783298">
              <a:buClr>
                <a:srgbClr val="F4680B"/>
              </a:buClr>
              <a:defRPr/>
            </a:pPr>
            <a:endParaRPr lang="en-US" sz="3600" dirty="0">
              <a:ln w="18415" cmpd="sng">
                <a:solidFill>
                  <a:srgbClr val="FFFFFF"/>
                </a:solidFill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4702836" y="3861614"/>
            <a:ext cx="34485941" cy="0"/>
          </a:xfrm>
          <a:prstGeom prst="line">
            <a:avLst/>
          </a:prstGeom>
          <a:ln w="2540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702452" y="3876802"/>
            <a:ext cx="34485941" cy="0"/>
          </a:xfrm>
          <a:prstGeom prst="line">
            <a:avLst/>
          </a:prstGeom>
          <a:ln w="101600" cmpd="sng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0" y="5983550"/>
            <a:ext cx="43891200" cy="0"/>
          </a:xfrm>
          <a:prstGeom prst="line">
            <a:avLst/>
          </a:prstGeom>
          <a:ln w="2540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/>
          <p:cNvGrpSpPr/>
          <p:nvPr/>
        </p:nvGrpSpPr>
        <p:grpSpPr>
          <a:xfrm>
            <a:off x="1164118" y="6910672"/>
            <a:ext cx="13326379" cy="1018901"/>
            <a:chOff x="1392237" y="7966732"/>
            <a:chExt cx="15547445" cy="1188720"/>
          </a:xfrm>
        </p:grpSpPr>
        <p:grpSp>
          <p:nvGrpSpPr>
            <p:cNvPr id="116" name="Group 115"/>
            <p:cNvGrpSpPr/>
            <p:nvPr/>
          </p:nvGrpSpPr>
          <p:grpSpPr>
            <a:xfrm>
              <a:off x="1393598" y="7966732"/>
              <a:ext cx="15544800" cy="1188720"/>
              <a:chOff x="1528218" y="8042932"/>
              <a:chExt cx="13717108" cy="1188720"/>
            </a:xfrm>
          </p:grpSpPr>
          <p:sp>
            <p:nvSpPr>
              <p:cNvPr id="109" name="Rectangle 108"/>
              <p:cNvSpPr/>
              <p:nvPr/>
            </p:nvSpPr>
            <p:spPr>
              <a:xfrm>
                <a:off x="1528422" y="8042932"/>
                <a:ext cx="13716000" cy="118872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141"/>
              </a:p>
            </p:txBody>
          </p:sp>
          <p:cxnSp>
            <p:nvCxnSpPr>
              <p:cNvPr id="111" name="Straight Connector 110"/>
              <p:cNvCxnSpPr/>
              <p:nvPr/>
            </p:nvCxnSpPr>
            <p:spPr>
              <a:xfrm>
                <a:off x="1529326" y="8108886"/>
                <a:ext cx="13716000" cy="0"/>
              </a:xfrm>
              <a:prstGeom prst="line">
                <a:avLst/>
              </a:prstGeom>
              <a:ln w="139700" cmpd="sng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1528218" y="9123816"/>
                <a:ext cx="13716000" cy="0"/>
              </a:xfrm>
              <a:prstGeom prst="line">
                <a:avLst/>
              </a:prstGeom>
              <a:ln w="215900" cmpd="thinThick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/>
              <p:cNvSpPr txBox="1"/>
              <p:nvPr/>
            </p:nvSpPr>
            <p:spPr>
              <a:xfrm>
                <a:off x="6242842" y="8127783"/>
                <a:ext cx="4288972" cy="999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968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</a:p>
            </p:txBody>
          </p:sp>
        </p:grpSp>
        <p:cxnSp>
          <p:nvCxnSpPr>
            <p:cNvPr id="140" name="Straight Connector 139"/>
            <p:cNvCxnSpPr/>
            <p:nvPr/>
          </p:nvCxnSpPr>
          <p:spPr>
            <a:xfrm>
              <a:off x="1392237" y="8096516"/>
              <a:ext cx="15547445" cy="0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15196289" y="6909366"/>
            <a:ext cx="13347413" cy="1018901"/>
            <a:chOff x="726443" y="7966731"/>
            <a:chExt cx="16213239" cy="1188720"/>
          </a:xfrm>
        </p:grpSpPr>
        <p:grpSp>
          <p:nvGrpSpPr>
            <p:cNvPr id="144" name="Group 143"/>
            <p:cNvGrpSpPr/>
            <p:nvPr/>
          </p:nvGrpSpPr>
          <p:grpSpPr>
            <a:xfrm>
              <a:off x="726443" y="7966731"/>
              <a:ext cx="16211954" cy="1188720"/>
              <a:chOff x="939504" y="8042931"/>
              <a:chExt cx="14305822" cy="118872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1528421" y="8042931"/>
                <a:ext cx="13716000" cy="118872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141"/>
              </a:p>
            </p:txBody>
          </p:sp>
          <p:cxnSp>
            <p:nvCxnSpPr>
              <p:cNvPr id="147" name="Straight Connector 146"/>
              <p:cNvCxnSpPr/>
              <p:nvPr/>
            </p:nvCxnSpPr>
            <p:spPr>
              <a:xfrm>
                <a:off x="1529326" y="8108886"/>
                <a:ext cx="13716000" cy="0"/>
              </a:xfrm>
              <a:prstGeom prst="line">
                <a:avLst/>
              </a:prstGeom>
              <a:ln w="139700" cmpd="sng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1528218" y="9121911"/>
                <a:ext cx="13716000" cy="0"/>
              </a:xfrm>
              <a:prstGeom prst="line">
                <a:avLst/>
              </a:prstGeom>
              <a:ln w="215900" cmpd="thinThick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TextBox 148"/>
              <p:cNvSpPr txBox="1"/>
              <p:nvPr/>
            </p:nvSpPr>
            <p:spPr>
              <a:xfrm>
                <a:off x="939504" y="8102834"/>
                <a:ext cx="13765744" cy="999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968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Results</a:t>
                </a:r>
              </a:p>
            </p:txBody>
          </p:sp>
        </p:grpSp>
        <p:cxnSp>
          <p:nvCxnSpPr>
            <p:cNvPr id="145" name="Straight Connector 144"/>
            <p:cNvCxnSpPr/>
            <p:nvPr/>
          </p:nvCxnSpPr>
          <p:spPr>
            <a:xfrm>
              <a:off x="1392237" y="8096516"/>
              <a:ext cx="15547445" cy="0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1164117" y="9786280"/>
            <a:ext cx="13324114" cy="972304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Lorem ipsum dolor</a:t>
            </a:r>
          </a:p>
          <a:p>
            <a:pPr algn="just"/>
            <a:endParaRPr lang="en-US" sz="2002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04" name="Group 503"/>
          <p:cNvGrpSpPr/>
          <p:nvPr/>
        </p:nvGrpSpPr>
        <p:grpSpPr>
          <a:xfrm>
            <a:off x="29057556" y="6916170"/>
            <a:ext cx="13860091" cy="12925388"/>
            <a:chOff x="34263148" y="21500906"/>
            <a:chExt cx="16170109" cy="15255092"/>
          </a:xfrm>
        </p:grpSpPr>
        <p:grpSp>
          <p:nvGrpSpPr>
            <p:cNvPr id="150" name="Group 149"/>
            <p:cNvGrpSpPr/>
            <p:nvPr/>
          </p:nvGrpSpPr>
          <p:grpSpPr>
            <a:xfrm>
              <a:off x="34263148" y="21500906"/>
              <a:ext cx="15588733" cy="1188720"/>
              <a:chOff x="1392237" y="7966732"/>
              <a:chExt cx="15588733" cy="1188720"/>
            </a:xfrm>
          </p:grpSpPr>
          <p:grpSp>
            <p:nvGrpSpPr>
              <p:cNvPr id="151" name="Group 150"/>
              <p:cNvGrpSpPr/>
              <p:nvPr/>
            </p:nvGrpSpPr>
            <p:grpSpPr>
              <a:xfrm>
                <a:off x="1393598" y="7966732"/>
                <a:ext cx="15587372" cy="1188720"/>
                <a:chOff x="1528218" y="8042932"/>
                <a:chExt cx="13754675" cy="1188720"/>
              </a:xfrm>
            </p:grpSpPr>
            <p:sp>
              <p:nvSpPr>
                <p:cNvPr id="153" name="Rectangle 152"/>
                <p:cNvSpPr/>
                <p:nvPr/>
              </p:nvSpPr>
              <p:spPr>
                <a:xfrm>
                  <a:off x="1528422" y="8042932"/>
                  <a:ext cx="13716000" cy="1188720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141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cxnSp>
              <p:nvCxnSpPr>
                <p:cNvPr id="154" name="Straight Connector 153"/>
                <p:cNvCxnSpPr/>
                <p:nvPr/>
              </p:nvCxnSpPr>
              <p:spPr>
                <a:xfrm>
                  <a:off x="1566893" y="8931525"/>
                  <a:ext cx="13716000" cy="0"/>
                </a:xfrm>
                <a:prstGeom prst="line">
                  <a:avLst/>
                </a:prstGeom>
                <a:ln w="139700" cmpd="sng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/>
                <p:cNvCxnSpPr/>
                <p:nvPr/>
              </p:nvCxnSpPr>
              <p:spPr>
                <a:xfrm>
                  <a:off x="1528218" y="9125810"/>
                  <a:ext cx="13716000" cy="0"/>
                </a:xfrm>
                <a:prstGeom prst="line">
                  <a:avLst/>
                </a:prstGeom>
                <a:ln w="215900" cmpd="thinThick"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6" name="TextBox 155"/>
                <p:cNvSpPr txBox="1"/>
                <p:nvPr/>
              </p:nvSpPr>
              <p:spPr>
                <a:xfrm>
                  <a:off x="6242843" y="8078254"/>
                  <a:ext cx="4288972" cy="1011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968" b="1" dirty="0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Summary</a:t>
                  </a:r>
                </a:p>
              </p:txBody>
            </p:sp>
          </p:grpSp>
          <p:cxnSp>
            <p:nvCxnSpPr>
              <p:cNvPr id="152" name="Straight Connector 151"/>
              <p:cNvCxnSpPr/>
              <p:nvPr/>
            </p:nvCxnSpPr>
            <p:spPr>
              <a:xfrm>
                <a:off x="1392237" y="8096516"/>
                <a:ext cx="15547445" cy="0"/>
              </a:xfrm>
              <a:prstGeom prst="line">
                <a:avLst/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3" name="TextBox 252"/>
            <p:cNvSpPr txBox="1"/>
            <p:nvPr/>
          </p:nvSpPr>
          <p:spPr>
            <a:xfrm>
              <a:off x="34888455" y="36112513"/>
              <a:ext cx="15544802" cy="6434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71422" indent="-171422" algn="just">
                <a:buFont typeface="Wingdings" pitchFamily="2" charset="2"/>
                <a:buChar char="v"/>
              </a:pPr>
              <a:endParaRPr lang="en-US" sz="94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  <a:p>
              <a:pPr marL="342845" indent="-342845" algn="just">
                <a:buFont typeface="Wingdings" pitchFamily="2" charset="2"/>
                <a:buChar char="v"/>
              </a:pPr>
              <a:endParaRPr lang="en-US" sz="2002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0" name="Group 239"/>
          <p:cNvGrpSpPr/>
          <p:nvPr/>
        </p:nvGrpSpPr>
        <p:grpSpPr>
          <a:xfrm>
            <a:off x="29527169" y="22105851"/>
            <a:ext cx="13326379" cy="1018901"/>
            <a:chOff x="1392237" y="7966732"/>
            <a:chExt cx="15547445" cy="1188720"/>
          </a:xfrm>
        </p:grpSpPr>
        <p:grpSp>
          <p:nvGrpSpPr>
            <p:cNvPr id="241" name="Group 240"/>
            <p:cNvGrpSpPr/>
            <p:nvPr/>
          </p:nvGrpSpPr>
          <p:grpSpPr>
            <a:xfrm>
              <a:off x="1393598" y="7966732"/>
              <a:ext cx="15544800" cy="1188720"/>
              <a:chOff x="1528218" y="8042932"/>
              <a:chExt cx="13717108" cy="1188720"/>
            </a:xfrm>
          </p:grpSpPr>
          <p:sp>
            <p:nvSpPr>
              <p:cNvPr id="243" name="Rectangle 242"/>
              <p:cNvSpPr/>
              <p:nvPr/>
            </p:nvSpPr>
            <p:spPr>
              <a:xfrm>
                <a:off x="1528422" y="8042932"/>
                <a:ext cx="13716000" cy="118872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141" dirty="0"/>
              </a:p>
            </p:txBody>
          </p:sp>
          <p:cxnSp>
            <p:nvCxnSpPr>
              <p:cNvPr id="244" name="Straight Connector 243"/>
              <p:cNvCxnSpPr/>
              <p:nvPr/>
            </p:nvCxnSpPr>
            <p:spPr>
              <a:xfrm>
                <a:off x="1529326" y="8108886"/>
                <a:ext cx="13716000" cy="0"/>
              </a:xfrm>
              <a:prstGeom prst="line">
                <a:avLst/>
              </a:prstGeom>
              <a:ln w="139700" cmpd="sng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/>
              <p:cNvCxnSpPr/>
              <p:nvPr/>
            </p:nvCxnSpPr>
            <p:spPr>
              <a:xfrm>
                <a:off x="1528218" y="9129345"/>
                <a:ext cx="13716000" cy="0"/>
              </a:xfrm>
              <a:prstGeom prst="line">
                <a:avLst/>
              </a:prstGeom>
              <a:ln w="215900" cmpd="thinThick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TextBox 245"/>
              <p:cNvSpPr txBox="1"/>
              <p:nvPr/>
            </p:nvSpPr>
            <p:spPr>
              <a:xfrm>
                <a:off x="5235037" y="8108195"/>
                <a:ext cx="6302357" cy="999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968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Future Directions</a:t>
                </a:r>
              </a:p>
            </p:txBody>
          </p:sp>
        </p:grpSp>
        <p:cxnSp>
          <p:nvCxnSpPr>
            <p:cNvPr id="242" name="Straight Connector 241"/>
            <p:cNvCxnSpPr/>
            <p:nvPr/>
          </p:nvCxnSpPr>
          <p:spPr>
            <a:xfrm>
              <a:off x="1392237" y="8096516"/>
              <a:ext cx="15547445" cy="0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6" name="Group 505"/>
          <p:cNvGrpSpPr/>
          <p:nvPr/>
        </p:nvGrpSpPr>
        <p:grpSpPr>
          <a:xfrm>
            <a:off x="29500006" y="30066685"/>
            <a:ext cx="13326379" cy="1544154"/>
            <a:chOff x="34281984" y="28948722"/>
            <a:chExt cx="15547445" cy="1488885"/>
          </a:xfrm>
        </p:grpSpPr>
        <p:grpSp>
          <p:nvGrpSpPr>
            <p:cNvPr id="168" name="Group 167"/>
            <p:cNvGrpSpPr/>
            <p:nvPr/>
          </p:nvGrpSpPr>
          <p:grpSpPr>
            <a:xfrm>
              <a:off x="34281984" y="28948722"/>
              <a:ext cx="15547445" cy="982413"/>
              <a:chOff x="1392237" y="7966732"/>
              <a:chExt cx="15547445" cy="982413"/>
            </a:xfrm>
          </p:grpSpPr>
          <p:grpSp>
            <p:nvGrpSpPr>
              <p:cNvPr id="169" name="Group 168"/>
              <p:cNvGrpSpPr/>
              <p:nvPr/>
            </p:nvGrpSpPr>
            <p:grpSpPr>
              <a:xfrm>
                <a:off x="1393598" y="7966732"/>
                <a:ext cx="15544800" cy="982413"/>
                <a:chOff x="1528218" y="8042932"/>
                <a:chExt cx="13717108" cy="982413"/>
              </a:xfrm>
            </p:grpSpPr>
            <p:sp>
              <p:nvSpPr>
                <p:cNvPr id="171" name="Rectangle 170"/>
                <p:cNvSpPr/>
                <p:nvPr/>
              </p:nvSpPr>
              <p:spPr>
                <a:xfrm>
                  <a:off x="1528422" y="8042932"/>
                  <a:ext cx="13716000" cy="982413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141"/>
                </a:p>
              </p:txBody>
            </p:sp>
            <p:cxnSp>
              <p:nvCxnSpPr>
                <p:cNvPr id="172" name="Straight Connector 171"/>
                <p:cNvCxnSpPr>
                  <a:cxnSpLocks/>
                </p:cNvCxnSpPr>
                <p:nvPr/>
              </p:nvCxnSpPr>
              <p:spPr>
                <a:xfrm>
                  <a:off x="1529326" y="8099440"/>
                  <a:ext cx="13716000" cy="0"/>
                </a:xfrm>
                <a:prstGeom prst="line">
                  <a:avLst/>
                </a:prstGeom>
                <a:ln w="139700" cmpd="sng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1528218" y="8935995"/>
                  <a:ext cx="13716000" cy="0"/>
                </a:xfrm>
                <a:prstGeom prst="line">
                  <a:avLst/>
                </a:prstGeom>
                <a:ln w="215900" cmpd="thinThick"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4" name="TextBox 173"/>
                <p:cNvSpPr txBox="1"/>
                <p:nvPr/>
              </p:nvSpPr>
              <p:spPr>
                <a:xfrm>
                  <a:off x="5204681" y="8072826"/>
                  <a:ext cx="6437801" cy="8261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968" b="1" dirty="0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Acknowledgements</a:t>
                  </a:r>
                </a:p>
              </p:txBody>
            </p:sp>
          </p:grpSp>
          <p:cxnSp>
            <p:nvCxnSpPr>
              <p:cNvPr id="170" name="Straight Connector 169"/>
              <p:cNvCxnSpPr/>
              <p:nvPr/>
            </p:nvCxnSpPr>
            <p:spPr>
              <a:xfrm>
                <a:off x="1392237" y="8087071"/>
                <a:ext cx="15547445" cy="0"/>
              </a:xfrm>
              <a:prstGeom prst="line">
                <a:avLst/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2" name="TextBox 601"/>
            <p:cNvSpPr txBox="1"/>
            <p:nvPr/>
          </p:nvSpPr>
          <p:spPr>
            <a:xfrm>
              <a:off x="34283306" y="29966809"/>
              <a:ext cx="15544802" cy="470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endParaRPr lang="en-US" sz="2573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3" name="Straight Connector 332"/>
          <p:cNvCxnSpPr/>
          <p:nvPr/>
        </p:nvCxnSpPr>
        <p:spPr>
          <a:xfrm>
            <a:off x="130627" y="32485771"/>
            <a:ext cx="43891200" cy="0"/>
          </a:xfrm>
          <a:prstGeom prst="line">
            <a:avLst/>
          </a:prstGeom>
          <a:ln w="127000" cmpd="sng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/>
          <p:cNvCxnSpPr/>
          <p:nvPr/>
        </p:nvCxnSpPr>
        <p:spPr>
          <a:xfrm>
            <a:off x="132648" y="6204802"/>
            <a:ext cx="43891200" cy="0"/>
          </a:xfrm>
          <a:prstGeom prst="line">
            <a:avLst/>
          </a:prstGeom>
          <a:ln w="2540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>
            <a:off x="2021" y="6259267"/>
            <a:ext cx="43891200" cy="0"/>
          </a:xfrm>
          <a:prstGeom prst="line">
            <a:avLst/>
          </a:prstGeom>
          <a:ln w="152400" cmpd="thinThick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25349" y="32285837"/>
            <a:ext cx="43891200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/>
          <p:cNvCxnSpPr/>
          <p:nvPr/>
        </p:nvCxnSpPr>
        <p:spPr>
          <a:xfrm>
            <a:off x="4702937" y="3813854"/>
            <a:ext cx="34485941" cy="0"/>
          </a:xfrm>
          <a:prstGeom prst="line">
            <a:avLst/>
          </a:prstGeom>
          <a:ln w="69850" cmpd="thinThick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6" name="Rectangle 635"/>
          <p:cNvSpPr>
            <a:spLocks/>
          </p:cNvSpPr>
          <p:nvPr/>
        </p:nvSpPr>
        <p:spPr>
          <a:xfrm>
            <a:off x="42715817" y="3724051"/>
            <a:ext cx="1175659" cy="2978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341" tIns="39173" rIns="78341" bIns="39173" rtlCol="0" anchor="ctr"/>
          <a:lstStyle/>
          <a:p>
            <a:pPr algn="ctr"/>
            <a:endParaRPr lang="en-US" sz="8141"/>
          </a:p>
        </p:txBody>
      </p:sp>
      <p:sp>
        <p:nvSpPr>
          <p:cNvPr id="637" name="Rectangle 636"/>
          <p:cNvSpPr>
            <a:spLocks/>
          </p:cNvSpPr>
          <p:nvPr/>
        </p:nvSpPr>
        <p:spPr>
          <a:xfrm>
            <a:off x="17" y="3596318"/>
            <a:ext cx="1175659" cy="2978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341" tIns="39173" rIns="78341" bIns="39173" rtlCol="0" anchor="ctr"/>
          <a:lstStyle/>
          <a:p>
            <a:pPr algn="ctr"/>
            <a:endParaRPr lang="en-US" sz="8141"/>
          </a:p>
        </p:txBody>
      </p:sp>
      <p:sp>
        <p:nvSpPr>
          <p:cNvPr id="638" name="Rectangle 637"/>
          <p:cNvSpPr>
            <a:spLocks/>
          </p:cNvSpPr>
          <p:nvPr/>
        </p:nvSpPr>
        <p:spPr>
          <a:xfrm>
            <a:off x="-362186" y="5103295"/>
            <a:ext cx="1538657" cy="2978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341" tIns="39173" rIns="78341" bIns="39173" rtlCol="0" anchor="ctr"/>
          <a:lstStyle/>
          <a:p>
            <a:pPr algn="ctr"/>
            <a:endParaRPr lang="en-US" sz="8141"/>
          </a:p>
        </p:txBody>
      </p:sp>
      <p:sp>
        <p:nvSpPr>
          <p:cNvPr id="626" name="Rectangle 625"/>
          <p:cNvSpPr>
            <a:spLocks/>
          </p:cNvSpPr>
          <p:nvPr/>
        </p:nvSpPr>
        <p:spPr>
          <a:xfrm rot="10800000" flipV="1">
            <a:off x="42990691" y="32078609"/>
            <a:ext cx="1418669" cy="839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341" tIns="39173" rIns="78341" bIns="39173" rtlCol="0" anchor="ctr"/>
          <a:lstStyle/>
          <a:p>
            <a:pPr algn="ctr"/>
            <a:endParaRPr lang="en-US" sz="8141"/>
          </a:p>
        </p:txBody>
      </p:sp>
      <p:sp>
        <p:nvSpPr>
          <p:cNvPr id="100" name="Rectangle 99"/>
          <p:cNvSpPr/>
          <p:nvPr/>
        </p:nvSpPr>
        <p:spPr>
          <a:xfrm>
            <a:off x="9794689" y="-6899671"/>
            <a:ext cx="21945600" cy="134511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141" dirty="0"/>
          </a:p>
        </p:txBody>
      </p: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78602099-AA57-4EAB-975D-896233113700}"/>
              </a:ext>
            </a:extLst>
          </p:cNvPr>
          <p:cNvGrpSpPr/>
          <p:nvPr/>
        </p:nvGrpSpPr>
        <p:grpSpPr>
          <a:xfrm>
            <a:off x="899239" y="16546805"/>
            <a:ext cx="14159477" cy="940070"/>
            <a:chOff x="1392238" y="7966733"/>
            <a:chExt cx="16186690" cy="982413"/>
          </a:xfrm>
        </p:grpSpPr>
        <p:grpSp>
          <p:nvGrpSpPr>
            <p:cNvPr id="873" name="Group 872">
              <a:extLst>
                <a:ext uri="{FF2B5EF4-FFF2-40B4-BE49-F238E27FC236}">
                  <a16:creationId xmlns:a16="http://schemas.microsoft.com/office/drawing/2014/main" id="{CBD3485C-3691-46D1-9536-396E00794B51}"/>
                </a:ext>
              </a:extLst>
            </p:cNvPr>
            <p:cNvGrpSpPr/>
            <p:nvPr/>
          </p:nvGrpSpPr>
          <p:grpSpPr>
            <a:xfrm>
              <a:off x="1393599" y="7966733"/>
              <a:ext cx="16185329" cy="982413"/>
              <a:chOff x="1528219" y="8042933"/>
              <a:chExt cx="14282327" cy="982413"/>
            </a:xfrm>
          </p:grpSpPr>
          <p:sp>
            <p:nvSpPr>
              <p:cNvPr id="875" name="Rectangle 874">
                <a:extLst>
                  <a:ext uri="{FF2B5EF4-FFF2-40B4-BE49-F238E27FC236}">
                    <a16:creationId xmlns:a16="http://schemas.microsoft.com/office/drawing/2014/main" id="{C1B601A1-1D87-46FE-B11A-B7044FC97C18}"/>
                  </a:ext>
                </a:extLst>
              </p:cNvPr>
              <p:cNvSpPr/>
              <p:nvPr/>
            </p:nvSpPr>
            <p:spPr>
              <a:xfrm>
                <a:off x="1528422" y="8042933"/>
                <a:ext cx="14247889" cy="98241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141"/>
              </a:p>
            </p:txBody>
          </p:sp>
          <p:cxnSp>
            <p:nvCxnSpPr>
              <p:cNvPr id="876" name="Straight Connector 875">
                <a:extLst>
                  <a:ext uri="{FF2B5EF4-FFF2-40B4-BE49-F238E27FC236}">
                    <a16:creationId xmlns:a16="http://schemas.microsoft.com/office/drawing/2014/main" id="{D0E611F8-429E-4FB0-9486-AE2D4D9041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9326" y="8064372"/>
                <a:ext cx="14246986" cy="19324"/>
              </a:xfrm>
              <a:prstGeom prst="line">
                <a:avLst/>
              </a:prstGeom>
              <a:ln w="139700" cmpd="sng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Straight Connector 876">
                <a:extLst>
                  <a:ext uri="{FF2B5EF4-FFF2-40B4-BE49-F238E27FC236}">
                    <a16:creationId xmlns:a16="http://schemas.microsoft.com/office/drawing/2014/main" id="{BA77E50A-5E89-4499-8D96-CE004D325E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8219" y="8956984"/>
                <a:ext cx="14282327" cy="68362"/>
              </a:xfrm>
              <a:prstGeom prst="line">
                <a:avLst/>
              </a:prstGeom>
              <a:ln w="215900" cmpd="thinThick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8" name="TextBox 877">
                <a:extLst>
                  <a:ext uri="{FF2B5EF4-FFF2-40B4-BE49-F238E27FC236}">
                    <a16:creationId xmlns:a16="http://schemas.microsoft.com/office/drawing/2014/main" id="{4F307A4B-DA93-4F58-951E-6BF244966704}"/>
                  </a:ext>
                </a:extLst>
              </p:cNvPr>
              <p:cNvSpPr txBox="1"/>
              <p:nvPr/>
            </p:nvSpPr>
            <p:spPr>
              <a:xfrm>
                <a:off x="5204683" y="8072825"/>
                <a:ext cx="6437800" cy="895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968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Methods</a:t>
                </a:r>
              </a:p>
            </p:txBody>
          </p:sp>
        </p:grp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756E6A16-49E8-4F3A-99C9-42BB112160EE}"/>
                </a:ext>
              </a:extLst>
            </p:cNvPr>
            <p:cNvCxnSpPr>
              <a:cxnSpLocks/>
            </p:cNvCxnSpPr>
            <p:nvPr/>
          </p:nvCxnSpPr>
          <p:spPr>
            <a:xfrm>
              <a:off x="1392238" y="8087071"/>
              <a:ext cx="16147895" cy="5963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1FE894BF-A874-787A-1336-4CB074BDDBCB}"/>
              </a:ext>
            </a:extLst>
          </p:cNvPr>
          <p:cNvSpPr>
            <a:spLocks/>
          </p:cNvSpPr>
          <p:nvPr/>
        </p:nvSpPr>
        <p:spPr>
          <a:xfrm rot="10800000" flipV="1">
            <a:off x="-362185" y="32049038"/>
            <a:ext cx="1218291" cy="839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341" tIns="39173" rIns="78341" bIns="39173" rtlCol="0" anchor="ctr"/>
          <a:lstStyle/>
          <a:p>
            <a:pPr algn="ctr"/>
            <a:endParaRPr lang="en-US" sz="8141"/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31B36B5A-C895-F76E-58D0-BF18EDE6A6B3}"/>
              </a:ext>
            </a:extLst>
          </p:cNvPr>
          <p:cNvSpPr>
            <a:spLocks/>
          </p:cNvSpPr>
          <p:nvPr/>
        </p:nvSpPr>
        <p:spPr>
          <a:xfrm>
            <a:off x="42712915" y="5028245"/>
            <a:ext cx="1308912" cy="2978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341" tIns="39173" rIns="78341" bIns="39173" rtlCol="0" anchor="ctr"/>
          <a:lstStyle/>
          <a:p>
            <a:pPr algn="ctr"/>
            <a:endParaRPr lang="en-US" sz="8141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081B5000-BED5-AD5C-B887-A29C954D7517}"/>
              </a:ext>
            </a:extLst>
          </p:cNvPr>
          <p:cNvSpPr txBox="1"/>
          <p:nvPr/>
        </p:nvSpPr>
        <p:spPr>
          <a:xfrm>
            <a:off x="29462263" y="22654795"/>
            <a:ext cx="13324114" cy="70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endParaRPr lang="en-US" sz="2002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391642" indent="-391642" algn="just">
              <a:buFont typeface="Wingdings" panose="05000000000000000000" pitchFamily="2" charset="2"/>
              <a:buChar char="v"/>
            </a:pPr>
            <a:endParaRPr lang="en-US" sz="2002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B5D32A-C4EC-66D1-7047-9784CDF51279}"/>
              </a:ext>
            </a:extLst>
          </p:cNvPr>
          <p:cNvGrpSpPr/>
          <p:nvPr/>
        </p:nvGrpSpPr>
        <p:grpSpPr>
          <a:xfrm>
            <a:off x="16108490" y="22524162"/>
            <a:ext cx="11973864" cy="2357890"/>
            <a:chOff x="15773541" y="20620396"/>
            <a:chExt cx="12223496" cy="2182223"/>
          </a:xfrm>
        </p:grpSpPr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8ECE839F-CFA1-8FC0-FD70-60CE22473660}"/>
                </a:ext>
              </a:extLst>
            </p:cNvPr>
            <p:cNvSpPr txBox="1"/>
            <p:nvPr/>
          </p:nvSpPr>
          <p:spPr>
            <a:xfrm>
              <a:off x="15773541" y="20627801"/>
              <a:ext cx="12195208" cy="367156"/>
            </a:xfrm>
            <a:prstGeom prst="rect">
              <a:avLst/>
            </a:prstGeom>
            <a:noFill/>
            <a:ln w="25400">
              <a:solidFill>
                <a:schemeClr val="accent3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978" dirty="0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602ED91F-8FE9-E11F-8C12-C4FC70F2C732}"/>
                </a:ext>
              </a:extLst>
            </p:cNvPr>
            <p:cNvSpPr txBox="1"/>
            <p:nvPr/>
          </p:nvSpPr>
          <p:spPr>
            <a:xfrm>
              <a:off x="15836345" y="20620396"/>
              <a:ext cx="12160692" cy="2182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07000"/>
                </a:lnSpc>
                <a:spcAft>
                  <a:spcPts val="802"/>
                </a:spcAft>
              </a:pPr>
              <a:r>
                <a:rPr lang="en-US" sz="1402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  <a:t>Figure 4.</a:t>
              </a:r>
              <a:endParaRPr lang="en-US" sz="2002" kern="1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endParaRPr>
            </a:p>
            <a:p>
              <a:pPr algn="just">
                <a:lnSpc>
                  <a:spcPct val="107000"/>
                </a:lnSpc>
                <a:spcAft>
                  <a:spcPts val="802"/>
                </a:spcAft>
              </a:pPr>
              <a:br>
                <a:rPr lang="en-US" sz="2002" kern="100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rPr>
              </a:br>
              <a:endParaRPr lang="en-US" sz="2002" kern="1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endParaRPr>
            </a:p>
            <a:p>
              <a:pPr algn="just">
                <a:lnSpc>
                  <a:spcPct val="107000"/>
                </a:lnSpc>
                <a:spcAft>
                  <a:spcPts val="802"/>
                </a:spcAft>
              </a:pPr>
              <a:endParaRPr lang="en-US" sz="2002" kern="1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endParaRPr>
            </a:p>
            <a:p>
              <a:pPr algn="just">
                <a:lnSpc>
                  <a:spcPct val="107000"/>
                </a:lnSpc>
                <a:spcAft>
                  <a:spcPts val="802"/>
                </a:spcAft>
              </a:pPr>
              <a:endParaRPr lang="en-US" sz="2002" kern="1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endParaRPr>
            </a:p>
            <a:p>
              <a:pPr algn="just">
                <a:lnSpc>
                  <a:spcPct val="107000"/>
                </a:lnSpc>
                <a:spcAft>
                  <a:spcPts val="802"/>
                </a:spcAft>
              </a:pPr>
              <a:endParaRPr lang="en-US" sz="2002" kern="100" dirty="0"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485C01A-2788-2F15-E9D0-75FE0271E216}"/>
              </a:ext>
            </a:extLst>
          </p:cNvPr>
          <p:cNvGrpSpPr/>
          <p:nvPr/>
        </p:nvGrpSpPr>
        <p:grpSpPr>
          <a:xfrm>
            <a:off x="29500006" y="25579831"/>
            <a:ext cx="13326379" cy="1544155"/>
            <a:chOff x="34281984" y="28948722"/>
            <a:chExt cx="15547445" cy="1488885"/>
          </a:xfrm>
        </p:grpSpPr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C2069D98-57A4-9D22-5B1D-5AEB9B04B77E}"/>
                </a:ext>
              </a:extLst>
            </p:cNvPr>
            <p:cNvGrpSpPr/>
            <p:nvPr/>
          </p:nvGrpSpPr>
          <p:grpSpPr>
            <a:xfrm>
              <a:off x="34281984" y="28948722"/>
              <a:ext cx="15547445" cy="982413"/>
              <a:chOff x="1392237" y="7966732"/>
              <a:chExt cx="15547445" cy="982413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39DBBDE3-A787-CF9C-338E-3FB1155B45DA}"/>
                  </a:ext>
                </a:extLst>
              </p:cNvPr>
              <p:cNvGrpSpPr/>
              <p:nvPr/>
            </p:nvGrpSpPr>
            <p:grpSpPr>
              <a:xfrm>
                <a:off x="1393598" y="7966732"/>
                <a:ext cx="15544800" cy="982413"/>
                <a:chOff x="1528218" y="8042932"/>
                <a:chExt cx="13717108" cy="982413"/>
              </a:xfrm>
            </p:grpSpPr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CA5E66A9-781C-A808-95E8-3CC9F8009CF0}"/>
                    </a:ext>
                  </a:extLst>
                </p:cNvPr>
                <p:cNvSpPr/>
                <p:nvPr/>
              </p:nvSpPr>
              <p:spPr>
                <a:xfrm>
                  <a:off x="1528422" y="8042932"/>
                  <a:ext cx="13716000" cy="982413"/>
                </a:xfrm>
                <a:prstGeom prst="rect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141"/>
                </a:p>
              </p:txBody>
            </p: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ABD67F0F-456F-4279-053F-37BA55CCA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9326" y="8099440"/>
                  <a:ext cx="13716000" cy="0"/>
                </a:xfrm>
                <a:prstGeom prst="line">
                  <a:avLst/>
                </a:prstGeom>
                <a:ln w="139700" cmpd="sng"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DDAAD9B5-5D2E-417B-8E81-E74FF663E12E}"/>
                    </a:ext>
                  </a:extLst>
                </p:cNvPr>
                <p:cNvCxnSpPr/>
                <p:nvPr/>
              </p:nvCxnSpPr>
              <p:spPr>
                <a:xfrm>
                  <a:off x="1528218" y="8935995"/>
                  <a:ext cx="13716000" cy="0"/>
                </a:xfrm>
                <a:prstGeom prst="line">
                  <a:avLst/>
                </a:prstGeom>
                <a:ln w="215900" cmpd="thinThick">
                  <a:solidFill>
                    <a:schemeClr val="accent3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E77A7460-9A01-43DA-8105-2A108AA97B9E}"/>
                    </a:ext>
                  </a:extLst>
                </p:cNvPr>
                <p:cNvSpPr txBox="1"/>
                <p:nvPr/>
              </p:nvSpPr>
              <p:spPr>
                <a:xfrm>
                  <a:off x="5204681" y="8072826"/>
                  <a:ext cx="6437801" cy="826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968" b="1" dirty="0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References</a:t>
                  </a:r>
                </a:p>
              </p:txBody>
            </p:sp>
          </p:grp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7AF485BA-A109-DC8D-D827-2102684537E5}"/>
                  </a:ext>
                </a:extLst>
              </p:cNvPr>
              <p:cNvCxnSpPr/>
              <p:nvPr/>
            </p:nvCxnSpPr>
            <p:spPr>
              <a:xfrm>
                <a:off x="1392237" y="8087071"/>
                <a:ext cx="15547445" cy="0"/>
              </a:xfrm>
              <a:prstGeom prst="line">
                <a:avLst/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5061FF08-0FCF-1D99-A3FE-DC29ED84E29B}"/>
                </a:ext>
              </a:extLst>
            </p:cNvPr>
            <p:cNvSpPr txBox="1"/>
            <p:nvPr/>
          </p:nvSpPr>
          <p:spPr>
            <a:xfrm>
              <a:off x="34283306" y="29966809"/>
              <a:ext cx="15544802" cy="470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endParaRPr lang="en-US" sz="2573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187AEC3F-AB06-F079-446C-2CEE5D9F0D4A}"/>
              </a:ext>
            </a:extLst>
          </p:cNvPr>
          <p:cNvSpPr txBox="1"/>
          <p:nvPr/>
        </p:nvSpPr>
        <p:spPr>
          <a:xfrm>
            <a:off x="15608107" y="8033960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CC5E1C8D-4E2E-296E-C745-7D81FAE25B5F}"/>
              </a:ext>
            </a:extLst>
          </p:cNvPr>
          <p:cNvSpPr txBox="1"/>
          <p:nvPr/>
        </p:nvSpPr>
        <p:spPr>
          <a:xfrm>
            <a:off x="29500634" y="26618873"/>
            <a:ext cx="13324114" cy="4004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2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903938-9C2C-85B3-784F-817A56E10BC2}"/>
              </a:ext>
            </a:extLst>
          </p:cNvPr>
          <p:cNvSpPr/>
          <p:nvPr/>
        </p:nvSpPr>
        <p:spPr>
          <a:xfrm>
            <a:off x="1320801" y="19561682"/>
            <a:ext cx="279130" cy="36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78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118895-5AFB-B489-F0D1-A45D6B6B02A9}"/>
              </a:ext>
            </a:extLst>
          </p:cNvPr>
          <p:cNvSpPr/>
          <p:nvPr/>
        </p:nvSpPr>
        <p:spPr>
          <a:xfrm>
            <a:off x="1295131" y="21441871"/>
            <a:ext cx="279130" cy="36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78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6E5B00BD-1FED-713B-6285-69D0D93F931E}"/>
              </a:ext>
            </a:extLst>
          </p:cNvPr>
          <p:cNvSpPr/>
          <p:nvPr/>
        </p:nvSpPr>
        <p:spPr>
          <a:xfrm>
            <a:off x="2122526" y="19556962"/>
            <a:ext cx="752477" cy="9299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78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9F97F73B-8937-E952-D3BA-B0E3850ABE9B}"/>
              </a:ext>
            </a:extLst>
          </p:cNvPr>
          <p:cNvSpPr/>
          <p:nvPr/>
        </p:nvSpPr>
        <p:spPr>
          <a:xfrm>
            <a:off x="1851562" y="20939203"/>
            <a:ext cx="752477" cy="9299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78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720B60E9-19AF-CCD2-0CE7-0095553A9E23}"/>
              </a:ext>
            </a:extLst>
          </p:cNvPr>
          <p:cNvSpPr txBox="1"/>
          <p:nvPr/>
        </p:nvSpPr>
        <p:spPr>
          <a:xfrm>
            <a:off x="27068544" y="28229936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F.</a:t>
            </a:r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19844084-C9B9-CA75-2C50-35E191C8C66F}"/>
              </a:ext>
            </a:extLst>
          </p:cNvPr>
          <p:cNvGrpSpPr/>
          <p:nvPr/>
        </p:nvGrpSpPr>
        <p:grpSpPr>
          <a:xfrm>
            <a:off x="29592905" y="18065378"/>
            <a:ext cx="13326379" cy="1018900"/>
            <a:chOff x="1392237" y="7966732"/>
            <a:chExt cx="15547445" cy="1188720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AE0D3B6-4C76-C0BD-2C40-A0D0BA3A8AD3}"/>
                </a:ext>
              </a:extLst>
            </p:cNvPr>
            <p:cNvGrpSpPr/>
            <p:nvPr/>
          </p:nvGrpSpPr>
          <p:grpSpPr>
            <a:xfrm>
              <a:off x="1393598" y="7966732"/>
              <a:ext cx="15544800" cy="1188720"/>
              <a:chOff x="1528218" y="8042932"/>
              <a:chExt cx="13717108" cy="1188720"/>
            </a:xfrm>
          </p:grpSpPr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E4C6D1D8-7EE2-AD19-82E5-76650E7A222E}"/>
                  </a:ext>
                </a:extLst>
              </p:cNvPr>
              <p:cNvSpPr/>
              <p:nvPr/>
            </p:nvSpPr>
            <p:spPr>
              <a:xfrm>
                <a:off x="1528422" y="8042932"/>
                <a:ext cx="13716000" cy="1188720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141" dirty="0"/>
              </a:p>
            </p:txBody>
          </p: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1F250F16-7831-79CE-66E4-3C45485EBBC8}"/>
                  </a:ext>
                </a:extLst>
              </p:cNvPr>
              <p:cNvCxnSpPr/>
              <p:nvPr/>
            </p:nvCxnSpPr>
            <p:spPr>
              <a:xfrm>
                <a:off x="1529326" y="8108886"/>
                <a:ext cx="13716000" cy="0"/>
              </a:xfrm>
              <a:prstGeom prst="line">
                <a:avLst/>
              </a:prstGeom>
              <a:ln w="139700" cmpd="sng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91946D21-CB19-7127-3BA9-52E050950BE6}"/>
                  </a:ext>
                </a:extLst>
              </p:cNvPr>
              <p:cNvCxnSpPr/>
              <p:nvPr/>
            </p:nvCxnSpPr>
            <p:spPr>
              <a:xfrm>
                <a:off x="1528218" y="9129345"/>
                <a:ext cx="13716000" cy="0"/>
              </a:xfrm>
              <a:prstGeom prst="line">
                <a:avLst/>
              </a:prstGeom>
              <a:ln w="215900" cmpd="thinThick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7" name="TextBox 486">
                <a:extLst>
                  <a:ext uri="{FF2B5EF4-FFF2-40B4-BE49-F238E27FC236}">
                    <a16:creationId xmlns:a16="http://schemas.microsoft.com/office/drawing/2014/main" id="{33D26C82-0D40-A912-8FB8-F5E393C79B99}"/>
                  </a:ext>
                </a:extLst>
              </p:cNvPr>
              <p:cNvSpPr txBox="1"/>
              <p:nvPr/>
            </p:nvSpPr>
            <p:spPr>
              <a:xfrm>
                <a:off x="5235037" y="8108195"/>
                <a:ext cx="6302357" cy="999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968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Conclusions</a:t>
                </a:r>
              </a:p>
            </p:txBody>
          </p: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6975EC30-A466-357A-DC28-ECACADEC2762}"/>
                </a:ext>
              </a:extLst>
            </p:cNvPr>
            <p:cNvCxnSpPr/>
            <p:nvPr/>
          </p:nvCxnSpPr>
          <p:spPr>
            <a:xfrm>
              <a:off x="1392237" y="8096516"/>
              <a:ext cx="15547445" cy="0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93560E6-68D2-C288-9FEB-FECCF045ED7B}"/>
              </a:ext>
            </a:extLst>
          </p:cNvPr>
          <p:cNvSpPr txBox="1"/>
          <p:nvPr/>
        </p:nvSpPr>
        <p:spPr>
          <a:xfrm>
            <a:off x="29598281" y="16827509"/>
            <a:ext cx="11657870" cy="306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2"/>
              </a:spcAft>
            </a:pPr>
            <a:r>
              <a:rPr lang="en-US" sz="1402" b="1" kern="1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Figure 6. </a:t>
            </a:r>
            <a:endParaRPr lang="en-US" sz="2002" kern="100" dirty="0"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4" name="Straight Connector 23">
            <a:extLst>
              <a:ext uri="{FF2B5EF4-FFF2-40B4-BE49-F238E27FC236}">
                <a16:creationId xmlns:a16="http://schemas.microsoft.com/office/drawing/2014/main" id="{9C39F362-7A12-7430-EEF4-1FE192790719}"/>
              </a:ext>
            </a:extLst>
          </p:cNvPr>
          <p:cNvCxnSpPr>
            <a:cxnSpLocks/>
          </p:cNvCxnSpPr>
          <p:nvPr/>
        </p:nvCxnSpPr>
        <p:spPr>
          <a:xfrm>
            <a:off x="21927185" y="19595491"/>
            <a:ext cx="29094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23">
            <a:extLst>
              <a:ext uri="{FF2B5EF4-FFF2-40B4-BE49-F238E27FC236}">
                <a16:creationId xmlns:a16="http://schemas.microsoft.com/office/drawing/2014/main" id="{1B376430-9107-FD09-5431-BF2241037FE4}"/>
              </a:ext>
            </a:extLst>
          </p:cNvPr>
          <p:cNvCxnSpPr>
            <a:cxnSpLocks/>
          </p:cNvCxnSpPr>
          <p:nvPr/>
        </p:nvCxnSpPr>
        <p:spPr>
          <a:xfrm>
            <a:off x="23535910" y="19595491"/>
            <a:ext cx="29094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3">
            <a:extLst>
              <a:ext uri="{FF2B5EF4-FFF2-40B4-BE49-F238E27FC236}">
                <a16:creationId xmlns:a16="http://schemas.microsoft.com/office/drawing/2014/main" id="{A3607B9D-410C-3C84-713A-B9568B89C34B}"/>
              </a:ext>
            </a:extLst>
          </p:cNvPr>
          <p:cNvCxnSpPr>
            <a:cxnSpLocks/>
          </p:cNvCxnSpPr>
          <p:nvPr/>
        </p:nvCxnSpPr>
        <p:spPr>
          <a:xfrm>
            <a:off x="24931702" y="19738166"/>
            <a:ext cx="29094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3">
            <a:extLst>
              <a:ext uri="{FF2B5EF4-FFF2-40B4-BE49-F238E27FC236}">
                <a16:creationId xmlns:a16="http://schemas.microsoft.com/office/drawing/2014/main" id="{AA4DDF76-259E-9B36-1F36-C87DB3633EA2}"/>
              </a:ext>
            </a:extLst>
          </p:cNvPr>
          <p:cNvCxnSpPr>
            <a:cxnSpLocks/>
          </p:cNvCxnSpPr>
          <p:nvPr/>
        </p:nvCxnSpPr>
        <p:spPr>
          <a:xfrm>
            <a:off x="22411365" y="19583875"/>
            <a:ext cx="357154" cy="527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00066456-3022-5B04-8445-5B5792C991D1}"/>
              </a:ext>
            </a:extLst>
          </p:cNvPr>
          <p:cNvSpPr txBox="1"/>
          <p:nvPr/>
        </p:nvSpPr>
        <p:spPr>
          <a:xfrm>
            <a:off x="22250314" y="11637863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21B8CDE5-DD4B-701A-0500-335C78AADC86}"/>
              </a:ext>
            </a:extLst>
          </p:cNvPr>
          <p:cNvSpPr txBox="1"/>
          <p:nvPr/>
        </p:nvSpPr>
        <p:spPr>
          <a:xfrm>
            <a:off x="15688291" y="11574052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8C74037-3DAF-F941-7B39-B2942D05E191}"/>
              </a:ext>
            </a:extLst>
          </p:cNvPr>
          <p:cNvGrpSpPr/>
          <p:nvPr/>
        </p:nvGrpSpPr>
        <p:grpSpPr>
          <a:xfrm>
            <a:off x="972698" y="25037333"/>
            <a:ext cx="14159477" cy="940070"/>
            <a:chOff x="1392238" y="7966733"/>
            <a:chExt cx="16186690" cy="982413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9377247-8834-C070-2018-5FFE3C697399}"/>
                </a:ext>
              </a:extLst>
            </p:cNvPr>
            <p:cNvGrpSpPr/>
            <p:nvPr/>
          </p:nvGrpSpPr>
          <p:grpSpPr>
            <a:xfrm>
              <a:off x="1393599" y="7966733"/>
              <a:ext cx="16185329" cy="982413"/>
              <a:chOff x="1528219" y="8042933"/>
              <a:chExt cx="14282327" cy="98241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59185EE-A90A-2394-00CF-991D8CA34CBB}"/>
                  </a:ext>
                </a:extLst>
              </p:cNvPr>
              <p:cNvSpPr/>
              <p:nvPr/>
            </p:nvSpPr>
            <p:spPr>
              <a:xfrm>
                <a:off x="1528422" y="8042933"/>
                <a:ext cx="14247889" cy="982413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141"/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B907F08D-A626-B23A-84E9-472931AB6E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9326" y="8064372"/>
                <a:ext cx="14246986" cy="19324"/>
              </a:xfrm>
              <a:prstGeom prst="line">
                <a:avLst/>
              </a:prstGeom>
              <a:ln w="139700" cmpd="sng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B4135060-9720-33E5-C51A-6C52407E2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8219" y="8956984"/>
                <a:ext cx="14282327" cy="68362"/>
              </a:xfrm>
              <a:prstGeom prst="line">
                <a:avLst/>
              </a:prstGeom>
              <a:ln w="215900" cmpd="thinThick"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44287B9-EB4C-094C-B26A-8D4771B86730}"/>
                  </a:ext>
                </a:extLst>
              </p:cNvPr>
              <p:cNvSpPr txBox="1"/>
              <p:nvPr/>
            </p:nvSpPr>
            <p:spPr>
              <a:xfrm>
                <a:off x="5204683" y="8072825"/>
                <a:ext cx="6437800" cy="895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968" b="1" dirty="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Results</a:t>
                </a:r>
              </a:p>
            </p:txBody>
          </p: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DB51F4F-9940-C5D0-0924-1440FE3C0401}"/>
                </a:ext>
              </a:extLst>
            </p:cNvPr>
            <p:cNvCxnSpPr>
              <a:cxnSpLocks/>
            </p:cNvCxnSpPr>
            <p:nvPr/>
          </p:nvCxnSpPr>
          <p:spPr>
            <a:xfrm>
              <a:off x="1392238" y="8087071"/>
              <a:ext cx="16147895" cy="5963"/>
            </a:xfrm>
            <a:prstGeom prst="line">
              <a:avLst/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AB6413C-6A77-AD8C-7BC2-0E4C5838C7E8}"/>
              </a:ext>
            </a:extLst>
          </p:cNvPr>
          <p:cNvSpPr txBox="1"/>
          <p:nvPr/>
        </p:nvSpPr>
        <p:spPr>
          <a:xfrm>
            <a:off x="15953472" y="18710682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0F3245AB-2662-B39A-45B2-2441ACAD34A5}"/>
              </a:ext>
            </a:extLst>
          </p:cNvPr>
          <p:cNvSpPr txBox="1"/>
          <p:nvPr/>
        </p:nvSpPr>
        <p:spPr>
          <a:xfrm>
            <a:off x="15953472" y="24677120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2BE32D3F-1BD8-6E7F-DE2D-1A7CB521096B}"/>
              </a:ext>
            </a:extLst>
          </p:cNvPr>
          <p:cNvSpPr txBox="1"/>
          <p:nvPr/>
        </p:nvSpPr>
        <p:spPr>
          <a:xfrm>
            <a:off x="24429351" y="24645728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956650DD-DF55-2866-3743-FD1B22743142}"/>
              </a:ext>
            </a:extLst>
          </p:cNvPr>
          <p:cNvSpPr txBox="1"/>
          <p:nvPr/>
        </p:nvSpPr>
        <p:spPr>
          <a:xfrm>
            <a:off x="29559989" y="8437933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B7D4D610-4A98-739C-5F6F-A81CFE2E39EB}"/>
              </a:ext>
            </a:extLst>
          </p:cNvPr>
          <p:cNvSpPr txBox="1"/>
          <p:nvPr/>
        </p:nvSpPr>
        <p:spPr>
          <a:xfrm>
            <a:off x="23894611" y="18706991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F.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B7B222D0-298D-7A0C-65AA-E0C745039754}"/>
              </a:ext>
            </a:extLst>
          </p:cNvPr>
          <p:cNvSpPr txBox="1"/>
          <p:nvPr/>
        </p:nvSpPr>
        <p:spPr>
          <a:xfrm>
            <a:off x="16050867" y="31100583"/>
            <a:ext cx="11657870" cy="73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2"/>
              </a:spcAft>
            </a:pPr>
            <a:r>
              <a:rPr lang="en-US" sz="1402" b="1" kern="1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Figure 5</a:t>
            </a:r>
            <a:endParaRPr lang="en-US" sz="1402" kern="100" dirty="0">
              <a:solidFill>
                <a:srgbClr val="000000"/>
              </a:solidFill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2"/>
              </a:spcAft>
            </a:pPr>
            <a:endParaRPr lang="en-US" sz="2002" kern="100" dirty="0"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11D30369-188E-7D9E-D73B-35A58CD19D86}"/>
              </a:ext>
            </a:extLst>
          </p:cNvPr>
          <p:cNvSpPr txBox="1"/>
          <p:nvPr/>
        </p:nvSpPr>
        <p:spPr>
          <a:xfrm>
            <a:off x="38872162" y="9927858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0FEFF5-AC78-A4E7-14BD-A542C4243C2D}"/>
              </a:ext>
            </a:extLst>
          </p:cNvPr>
          <p:cNvSpPr/>
          <p:nvPr/>
        </p:nvSpPr>
        <p:spPr>
          <a:xfrm>
            <a:off x="20754437" y="18776450"/>
            <a:ext cx="462624" cy="37930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978"/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55F1197B-FB09-C479-460F-3097031A1097}"/>
              </a:ext>
            </a:extLst>
          </p:cNvPr>
          <p:cNvSpPr txBox="1"/>
          <p:nvPr/>
        </p:nvSpPr>
        <p:spPr>
          <a:xfrm>
            <a:off x="20537021" y="18773500"/>
            <a:ext cx="906998" cy="387209"/>
          </a:xfrm>
          <a:prstGeom prst="rect">
            <a:avLst/>
          </a:prstGeom>
          <a:noFill/>
          <a:ln>
            <a:noFill/>
          </a:ln>
        </p:spPr>
        <p:txBody>
          <a:bodyPr wrap="square" lIns="78341" tIns="39173" rIns="78341" bIns="39173" rtlCol="0" anchor="ctr" anchorCtr="1">
            <a:spAutoFit/>
          </a:bodyPr>
          <a:lstStyle/>
          <a:p>
            <a:r>
              <a:rPr lang="en-US" sz="2002" b="1" dirty="0">
                <a:latin typeface="Arial" panose="020B0604020202020204" pitchFamily="34" charset="0"/>
                <a:cs typeface="Arial" panose="020B0604020202020204" pitchFamily="34" charset="0"/>
              </a:rPr>
              <a:t>E.</a:t>
            </a:r>
          </a:p>
        </p:txBody>
      </p:sp>
      <p:cxnSp>
        <p:nvCxnSpPr>
          <p:cNvPr id="41" name="Straight Connector 23">
            <a:extLst>
              <a:ext uri="{FF2B5EF4-FFF2-40B4-BE49-F238E27FC236}">
                <a16:creationId xmlns:a16="http://schemas.microsoft.com/office/drawing/2014/main" id="{35FB07B6-18ED-B886-98F9-0136D286D66A}"/>
              </a:ext>
            </a:extLst>
          </p:cNvPr>
          <p:cNvCxnSpPr>
            <a:cxnSpLocks/>
          </p:cNvCxnSpPr>
          <p:nvPr/>
        </p:nvCxnSpPr>
        <p:spPr>
          <a:xfrm>
            <a:off x="20193612" y="8505442"/>
            <a:ext cx="357154" cy="527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23">
            <a:extLst>
              <a:ext uri="{FF2B5EF4-FFF2-40B4-BE49-F238E27FC236}">
                <a16:creationId xmlns:a16="http://schemas.microsoft.com/office/drawing/2014/main" id="{C1D54A8E-34B2-4FD9-5A6B-3B0EC4A97496}"/>
              </a:ext>
            </a:extLst>
          </p:cNvPr>
          <p:cNvCxnSpPr>
            <a:cxnSpLocks/>
          </p:cNvCxnSpPr>
          <p:nvPr/>
        </p:nvCxnSpPr>
        <p:spPr>
          <a:xfrm>
            <a:off x="23935202" y="8514418"/>
            <a:ext cx="357154" cy="527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32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47837</TotalTime>
  <Words>56</Words>
  <Application>Microsoft Macintosh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PowerPoint Presentation</vt:lpstr>
    </vt:vector>
  </TitlesOfParts>
  <Company>URMC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Johnson, Gail (Anes);Carol_Deaton@urmc.rochester.edu</dc:creator>
  <cp:lastModifiedBy>Kaplan, Sofia</cp:lastModifiedBy>
  <cp:revision>735</cp:revision>
  <cp:lastPrinted>2025-09-18T19:02:48Z</cp:lastPrinted>
  <dcterms:created xsi:type="dcterms:W3CDTF">2017-09-15T20:53:19Z</dcterms:created>
  <dcterms:modified xsi:type="dcterms:W3CDTF">2025-12-02T18:12:50Z</dcterms:modified>
</cp:coreProperties>
</file>